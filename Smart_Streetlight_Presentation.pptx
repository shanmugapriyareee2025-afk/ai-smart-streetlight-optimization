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Smart Streetlight Energy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• Second-Year EEE</a:t>
            </a:r>
          </a:p>
          <a:p>
            <a:r>
              <a:t>Machine Learning + Sensor-Based Lighting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Conventional streetlights can use full power when full brightness is not needed.</a:t>
            </a:r>
          </a:p>
          <a:p>
            <a:pPr>
              <a:defRPr sz="2400"/>
            </a:pPr>
            <a:r>
              <a:t>The project uses ambient-light and motion inputs to select a suitable lighting mode.</a:t>
            </a:r>
          </a:p>
          <a:p>
            <a:pPr>
              <a:defRPr sz="2400"/>
            </a:pPr>
            <a:r>
              <a:t>Goal: reduce unnecessary energy use while keeping lighting responsive to movement.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Collect or simulate timestamp, ambient-light and motion data.</a:t>
            </a:r>
          </a:p>
          <a:p>
            <a:pPr>
              <a:defRPr sz="2400"/>
            </a:pPr>
            <a:r>
              <a:t>Preprocess data and explore sensor patterns.</a:t>
            </a:r>
          </a:p>
          <a:p>
            <a:pPr>
              <a:defRPr sz="2400"/>
            </a:pPr>
            <a:r>
              <a:t>Train and evaluate a classification model.</a:t>
            </a:r>
          </a:p>
          <a:p>
            <a:pPr>
              <a:defRPr sz="2400"/>
            </a:pPr>
            <a:r>
              <a:t>Predict OFF, DIM or HIGH lighting mode.</a:t>
            </a:r>
          </a:p>
          <a:p>
            <a:pPr>
              <a:defRPr sz="2400"/>
            </a:pPr>
            <a:r>
              <a:t>Estimate energy use and display results on a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LDR ambient-light sensor + PIR motion sensor + time input</a:t>
            </a:r>
          </a:p>
          <a:p>
            <a:pPr>
              <a:defRPr sz="2400"/>
            </a:pPr>
            <a:r>
              <a:t>↓ Data logging and preprocessing</a:t>
            </a:r>
          </a:p>
          <a:p>
            <a:pPr>
              <a:defRPr sz="2400"/>
            </a:pPr>
            <a:r>
              <a:t>↓ Machine-learning classifier (Random Forest)</a:t>
            </a:r>
          </a:p>
          <a:p>
            <a:pPr>
              <a:defRPr sz="2400"/>
            </a:pPr>
            <a:r>
              <a:t>↓ Lighting decision: OFF / DIM / HIGH</a:t>
            </a:r>
          </a:p>
          <a:p>
            <a:pPr>
              <a:defRPr sz="2400"/>
            </a:pPr>
            <a:r>
              <a:t>↓ LED driver → low-voltage LED streetlight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and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Software: Python, Pandas, NumPy, scikit-learn, Matplotlib, Streamlit.</a:t>
            </a:r>
          </a:p>
          <a:p>
            <a:pPr>
              <a:defRPr sz="2400"/>
            </a:pPr>
            <a:r>
              <a:t>Optional hardware: ESP32/Arduino, LDR module, PIR sensor, low-voltage LED and driver.</a:t>
            </a:r>
          </a:p>
          <a:p>
            <a:pPr>
              <a:defRPr sz="2400"/>
            </a:pPr>
            <a:r>
              <a:t>The supplied prototype is a software simulation; hardware is an optional extension.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Inputs: hour of day, ambient light in lux, motion detected (0 or 1).</a:t>
            </a:r>
          </a:p>
          <a:p>
            <a:pPr>
              <a:defRPr sz="2400"/>
            </a:pPr>
            <a:r>
              <a:t>Target: lighting mode (OFF, DIM or HIGH).</a:t>
            </a:r>
          </a:p>
          <a:p>
            <a:pPr>
              <a:defRPr sz="2400"/>
            </a:pPr>
            <a:r>
              <a:t>Dataset included: 1,200 simulated records with 5-minute timestamps.</a:t>
            </a:r>
          </a:p>
          <a:p>
            <a:pPr>
              <a:defRPr sz="2400"/>
            </a:pPr>
            <a:r>
              <a:t>Labels use a simple rule so the workflow is reproducible.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Machine-Learning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Split dataset into training and test sets (80% / 20%).</a:t>
            </a:r>
          </a:p>
          <a:p>
            <a:pPr>
              <a:defRPr sz="2400"/>
            </a:pPr>
            <a:r>
              <a:t>Train a Random Forest classifier.</a:t>
            </a:r>
          </a:p>
          <a:p>
            <a:pPr>
              <a:defRPr sz="2400"/>
            </a:pPr>
            <a:r>
              <a:t>Evaluate with accuracy, precision, recall, F1-score and confusion matrix.</a:t>
            </a:r>
          </a:p>
          <a:p>
            <a:pPr>
              <a:defRPr sz="2400"/>
            </a:pPr>
            <a:r>
              <a:t>Important limitation: synthetic labels cannot establish real-world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OFF: ambient light is sufficient (≥ 250 lux).</a:t>
            </a:r>
          </a:p>
          <a:p>
            <a:pPr>
              <a:defRPr sz="2400"/>
            </a:pPr>
            <a:r>
              <a:t>HIGH: dark conditions and motion detected.</a:t>
            </a:r>
          </a:p>
          <a:p>
            <a:pPr>
              <a:defRPr sz="2400"/>
            </a:pPr>
            <a:r>
              <a:t>DIM: dark conditions and no motion detected.</a:t>
            </a:r>
          </a:p>
          <a:p>
            <a:pPr>
              <a:defRPr sz="2400"/>
            </a:pPr>
            <a:r>
              <a:t>Demonstration brightness levels: OFF 0%, DIM 35%, HIGH 100%.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Assumption: one 30 W LED operates for 12 hours each night.</a:t>
            </a:r>
          </a:p>
          <a:p>
            <a:pPr>
              <a:defRPr sz="2400"/>
            </a:pPr>
            <a:r>
              <a:t>Baseline: 30 W × 12 h ÷ 1000 = 0.360 kWh/night.</a:t>
            </a:r>
          </a:p>
          <a:p>
            <a:pPr>
              <a:defRPr sz="2400"/>
            </a:pPr>
            <a:r>
              <a:t>Smart example: 25% at 30 W and 75% at 12 W = 0.198 kWh/night.</a:t>
            </a:r>
          </a:p>
          <a:p>
            <a:pPr>
              <a:defRPr sz="2400"/>
            </a:pPr>
            <a:r>
              <a:t>Estimated saving = (0.360 − 0.198) ÷ 0.360 × 100 = 45%.</a:t>
            </a:r>
          </a:p>
          <a:p>
            <a:pPr>
              <a:defRPr sz="2400"/>
            </a:pPr>
            <a:r>
              <a:t>This is an assumption-based estimate, not a measured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and 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Interactive inputs: hour, ambient light and motion status.</a:t>
            </a:r>
          </a:p>
          <a:p>
            <a:pPr>
              <a:defRPr sz="2400"/>
            </a:pPr>
            <a:r>
              <a:t>Outputs: predicted lighting mode, brightness and estimated power.</a:t>
            </a:r>
          </a:p>
          <a:p>
            <a:pPr>
              <a:defRPr sz="2400"/>
            </a:pPr>
            <a:r>
              <a:t>Visuals: mode counts, model metrics and confusion matrix.</a:t>
            </a:r>
          </a:p>
          <a:p>
            <a:pPr>
              <a:defRPr sz="2400"/>
            </a:pPr>
            <a:r>
              <a:t>Energy comparison: baseline, smart policy and estimated savings.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 are simulated; collect real readings before claiming field performance.</a:t>
            </a:r>
          </a:p>
          <a:p>
            <a:pPr>
              <a:defRPr sz="2400"/>
            </a:pPr>
            <a:r>
              <a:t>Use only a correctly rated low-voltage LED driver in a student prototype.</a:t>
            </a:r>
          </a:p>
          <a:p>
            <a:pPr>
              <a:defRPr sz="2400"/>
            </a:pPr>
            <a:r>
              <a:t>Never connect an LED directly to an ESP32/Arduino GPIO.</a:t>
            </a:r>
          </a:p>
          <a:p>
            <a:pPr>
              <a:defRPr sz="2400"/>
            </a:pPr>
            <a:r>
              <a:t>Do not work with mains voltage; have an instructor check the circuit.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project demonstrates an end-to-end ML workflow for adaptive lighting.</a:t>
            </a:r>
          </a:p>
          <a:p>
            <a:pPr>
              <a:defRPr sz="2400"/>
            </a:pPr>
            <a:r>
              <a:t>Future work: collect real data, test under varied weather and traffic, and calibrate sensors.</a:t>
            </a:r>
          </a:p>
          <a:p>
            <a:pPr>
              <a:defRPr sz="2400"/>
            </a:pPr>
            <a:r>
              <a:t>A supervised low-voltage prototype can validate the controller and energy estimates.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What does an LDR measure? — Ambient light intensity.</a:t>
            </a:r>
          </a:p>
          <a:p>
            <a:pPr>
              <a:defRPr sz="2400"/>
            </a:pPr>
            <a:r>
              <a:t>What does a PIR sensor detect? — Motion-related changes in infrared radiation.</a:t>
            </a:r>
          </a:p>
          <a:p>
            <a:pPr>
              <a:defRPr sz="2400"/>
            </a:pPr>
            <a:r>
              <a:t>Why Random Forest? — It combines decision trees and models non-linear patterns.</a:t>
            </a:r>
          </a:p>
          <a:p>
            <a:pPr>
              <a:defRPr sz="2400"/>
            </a:pPr>
            <a:r>
              <a:t>How is energy calculated? — Power (W) × time (h) ÷ 1000 = kWh.</a:t>
            </a:r>
          </a:p>
          <a:p>
            <a:pPr>
              <a:defRPr sz="2400"/>
            </a:pPr>
            <a:r>
              <a:t>Is 45% saving measured? — No, it is based on stated assumptions.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